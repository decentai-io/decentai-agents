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promise the Aria refresh before January. Harbourline asked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Coast is new this quarter; one customer, one large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chair will want the payback period: 14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review — Sidra Office Supplies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quarterly review, 14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412,000 USD, up 12% on Q2.</a:t>
            </a:r>
          </a:p>
          <a:p>
            <a:r>
              <a:t>Two accounts still unsigned: Harbourline and Cedar Office.</a:t>
            </a:r>
          </a:p>
          <a:p>
            <a:r>
              <a:t>Delivery times unchanged at 10 working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Orders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Value USD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23,400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18,900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Coast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11,250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asking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 the Aria refresh budget of 40,000 USD.</a:t>
            </a:r>
          </a:p>
          <a:p>
            <a:r>
              <a:t>Hire one more account manager for the Coast region.</a:t>
            </a:r>
          </a:p>
          <a:p>
            <a:r>
              <a:t>Agree a price review with Northlight Seating before December.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